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02030"/>
          </a:solidFill>
          <a:ln w="12700">
            <a:solidFill>
              <a:srgbClr val="10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2286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2286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286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0" y="2286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2286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0" y="2286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05156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86600" y="105156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05156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9560" y="105156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05156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32520" y="105156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87452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187452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187452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9560" y="187452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87452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32520" y="187452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269748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269748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269748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269748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269748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32520" y="269748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352044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352044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352044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352044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52044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352044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43434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0" y="43434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43434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43434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43434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32520" y="4343400"/>
            <a:ext cx="64008" cy="64008"/>
          </a:xfrm>
          <a:prstGeom prst="ellipse">
            <a:avLst/>
          </a:prstGeom>
          <a:solidFill>
            <a:srgbClr val="00897B">
              <a:alpha val="4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572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TECHNOIDENTITY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0040" y="10972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Aboard</a:t>
            </a:r>
            <a:endParaRPr lang="en-US" sz="5200" dirty="0"/>
          </a:p>
        </p:txBody>
      </p:sp>
      <p:sp>
        <p:nvSpPr>
          <p:cNvPr id="42" name="Text 40"/>
          <p:cNvSpPr/>
          <p:nvPr/>
        </p:nvSpPr>
        <p:spPr>
          <a:xfrm>
            <a:off x="320040" y="23317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Onboarding Journey Starts Here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320040" y="3017520"/>
            <a:ext cx="2286000" cy="3657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Future, Together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004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 guide to life at Technoidentity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Technoidentity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mission, vision &amp; 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1732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459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5087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Culture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9202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norms &amp; environment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5029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697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Days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1089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checklist &amp; schedule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606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606040"/>
            <a:ext cx="50292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697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1089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platforms &amp; access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94760"/>
            <a:ext cx="502920" cy="10058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23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8862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Policies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2976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benefits &amp; code of conduct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7947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794760"/>
            <a:ext cx="502920" cy="10058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023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8862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Growth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42976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learning &amp; career paths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Technoidentity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India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920240" cy="1371600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teams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92024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globally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143000"/>
            <a:ext cx="1920240" cy="1371600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1228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served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090672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Technoidentity is a technology solutions company specializing in software engineering, AI/ML, cloud infrastructure, and digital transformation. We partner with enterprises and startups to build products that matter — combining deep technical expertise with a human-first culture.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 Areas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6320" y="3108960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0723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Software Development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456432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4198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Engineering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803904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 Solutions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4151376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&amp; RPA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4498848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462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Digital Transformation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Mission, Vision &amp; Values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deliver innovative technology solutions that empower businesses to grow, scale, and lead in the digital 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Vision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a globally trusted technology partner known for excellence, agility, and human-centered innovation.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1920240" cy="146304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337560"/>
            <a:ext cx="192024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56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embrace new ideas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technologies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3337560"/>
            <a:ext cx="1920240" cy="146304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3337560"/>
            <a:ext cx="192024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456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3840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act with honesty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transparency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37560"/>
            <a:ext cx="1920240" cy="146304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337560"/>
            <a:ext cx="192024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456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840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grow stronger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3337560"/>
            <a:ext cx="1920240" cy="146304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3337560"/>
            <a:ext cx="192024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4564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3840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quality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everything we do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2377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Technoidentity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place to 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320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Pillars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91440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0" y="914400"/>
            <a:ext cx="54864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9875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Communication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31673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up, share ideas — every voice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92024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0" y="1920240"/>
            <a:ext cx="54864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9933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23225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workshops, certifications &amp; knowledge sharing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92608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0" y="2926080"/>
            <a:ext cx="54864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9992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33284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hours, generous leave &amp; wellness focus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393192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0" y="3931920"/>
            <a:ext cx="54864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40050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Workplace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43342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celebrated; zero tolerance for discrimination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culture is our competitive advantage."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Environment &amp; Dress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Modern Office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Open-plan workspace with dedicated focus zones and collaborative pods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Collaborative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184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teams working closely on shared goals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 Focus Zones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quiet spaces for deep work and video calls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Break Zones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8072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stocked pantry, lounge area with bean bags &amp; TV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8412480" cy="1280160"/>
          </a:xfrm>
          <a:prstGeom prst="rect">
            <a:avLst/>
          </a:prstGeom>
          <a:solidFill>
            <a:srgbClr val="E0F2F1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7588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Dress Code Policy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Casual on weekdays  •  Smart casuals on Fridays (Casual Fridays!)  •  Formal attire required for client visits and presentations  •  Avoid revealing or offensive clothing at all times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Culture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talk, listen, and collaborate every 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Slack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for team chats, project channels, and quick updates. Stay active during work hours.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371600"/>
            <a:ext cx="265176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communication with clients and cross-department queries. Response expected within 4 hrs.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Meetings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 / Zoom for stand-ups, reviews &amp; retrospectives. Camera-on preferred.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Communication Norms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593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clear and concise — bullet points over walls of 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062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messages within 2 hours during work hours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98848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531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@mentions sparingly; respect focus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45736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000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over-communicate progress on tasks to your team lead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Week — Day by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097280"/>
            <a:ext cx="1554480" cy="3794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097280"/>
            <a:ext cx="1554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15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" y="1435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" y="192024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965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meeting &amp; office tour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27889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" y="28346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setup — laptop, email,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365760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" y="37033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buddy &amp; team lead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1097280"/>
            <a:ext cx="1554480" cy="3794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1097280"/>
            <a:ext cx="1554480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115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65960" y="1435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57400" y="192024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03120" y="1965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orientation &amp; policy walkthrough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57400" y="27889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0" y="28346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internal tools (Slack, JIRA)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57400" y="365760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03120" y="37033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1-on-1 with manager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30752" y="1097280"/>
            <a:ext cx="1554480" cy="3794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30752" y="1097280"/>
            <a:ext cx="1554480" cy="6400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0752" y="1115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30752" y="1435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22192" y="192024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67912" y="1965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team projects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22192" y="27889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67912" y="28346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provisioning &amp; code repos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22192" y="365760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67912" y="37033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daily stand-up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95544" y="1097280"/>
            <a:ext cx="1554480" cy="3794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95544" y="1097280"/>
            <a:ext cx="1554480" cy="64008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95544" y="1115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95544" y="1435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86984" y="192024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32704" y="1965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senior team members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86984" y="27889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632704" y="28346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client briefing (if any)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86984" y="365760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32704" y="37033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30-day personal goals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60336" y="1097280"/>
            <a:ext cx="1554480" cy="3794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60336" y="1097280"/>
            <a:ext cx="1554480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0336" y="1115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260336" y="1435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51776" y="192024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97496" y="1965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retrospective &amp; intro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51776" y="27889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397496" y="28346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Friday lunch with team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51776" y="365760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397496" y="37033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feedback with HR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Checklist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complete in your first 30 days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26464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Setup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751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and set up company laptop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609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email &amp; Slack account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467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security awareness training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325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employment documents with HR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3716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371600"/>
            <a:ext cx="265176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426464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Learn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20116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9751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team project documentation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6974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6609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access to codebase &amp; JIRA 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3832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3467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required tool certifications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40690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0325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all team meetings &amp; note actions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3716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426464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 — Contribute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20116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19751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first task or ticket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6974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6609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senior on a live project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3832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3467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30-day goal document to manager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0690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0325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HR benefits enrollment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6517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070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" y="1655064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6184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— Team Messaging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002536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— Email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350008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3134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 / Zoom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43000"/>
            <a:ext cx="265176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2070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Mgmt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55848" y="1655064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16184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— Ticketing &amp; Sprints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55848" y="2002536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— Documentation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2350008"/>
            <a:ext cx="91440" cy="914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23134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— Kanban Boards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14300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143000"/>
            <a:ext cx="2651760" cy="3657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12070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81928" y="1655064"/>
            <a:ext cx="91440" cy="9144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16184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 Control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81928" y="2002536"/>
            <a:ext cx="91440" cy="9144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81928" y="2350008"/>
            <a:ext cx="91440" cy="9144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23134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Testing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01752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017520"/>
            <a:ext cx="2651760" cy="36576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0815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9768" y="3529584"/>
            <a:ext cx="91440" cy="9144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34930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9768" y="3877056"/>
            <a:ext cx="91440" cy="9144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9768" y="4224528"/>
            <a:ext cx="91440" cy="9144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41879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CI/CD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46120" y="301752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3017520"/>
            <a:ext cx="265176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30815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355848" y="3529584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2152" y="34930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— UI/UX Design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55848" y="3877056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02152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— Marketing Assets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55848" y="4224528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02152" y="41879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 — Diagrams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72200" y="301752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3017520"/>
            <a:ext cx="2651760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81928" y="30815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81928" y="3529584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34930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AI Assistant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81928" y="3877056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28232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— Workflow Engine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81928" y="4224528"/>
            <a:ext cx="91440" cy="914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28232" y="41879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 &amp; LangChain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Hours &amp; Attendance Policy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005840"/>
            <a:ext cx="54864" cy="3474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05156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Opens / Work Begins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1645920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600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 (15 mins)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240280"/>
            <a:ext cx="411480" cy="41148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Break (60 mins)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8346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PM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Work Block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3429000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PM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Hours 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4023360"/>
            <a:ext cx="411480" cy="41148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PM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Closes / EOD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Notes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508760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74920" y="15544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start time between 8:30–10:00 AM with manager approval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194560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74920" y="22402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Remote/hybrid work allowed up to 2 days per week (team-dependent)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880360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74920" y="29260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attendance via the employee portal by 9:30 AM daily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566160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74920" y="36118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late arrivals (3+) trigger a performance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Policy &amp;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Leave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errands, minor illness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23360" y="1280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 Leave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2585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illness or hospitalization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14300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325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✈️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1280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Leave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2585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vacations; approved in advance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154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👶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97280" y="3108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days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Maternity Leave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873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 Maternity Benefit Act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3154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👨‍👧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023360" y="3108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83280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Paternity Leave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40873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birth or adoption of child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97180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3154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🎉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49440" y="3108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309360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40873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&amp; regional declared holidays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Wellness 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invest in your wellbeing — inside and outside the office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150876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15361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385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health insurance covering self, spouse &amp; 2 children. Cashless hospitalization at 500+ hospitals.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150876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23560" y="15361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Support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93852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counseling sessions with certified therapists. Anonymous helpline available 24/7.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023360" cy="150876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91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💪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34440" y="32735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Reimbursement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67588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₹3,000/month reimbursed for gym membership or fitness classes.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023360" cy="150876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291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🩺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23560" y="32735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Health Check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367588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comprehensive health check-up for all employees every year.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0001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Enroll for medical insurance within your first 30 days via the HR portal!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of Conduct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that define our professional conduct and ethical boundaries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402336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50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Do's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562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all colleagues regardless of role or background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404872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591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company &amp; client confidential information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620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concerns to manager or HR promptly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10712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3649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company resources responsibly for 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913632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8679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professional behavior in all communications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4023360" cy="3566160"/>
          </a:xfrm>
          <a:prstGeom prst="rect">
            <a:avLst/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280160"/>
            <a:ext cx="40233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3350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901952"/>
            <a:ext cx="1371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8562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Harassment, bullying or discriminatory language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404872"/>
            <a:ext cx="1371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3591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proprietary or sensitive data externally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907792"/>
            <a:ext cx="1371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8620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company equipment for personal businesses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410712"/>
            <a:ext cx="1371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33649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unauthorized statements on behalf of Technoidentity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913632"/>
            <a:ext cx="1371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8679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in conflicts of interest without disclosure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6858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Founder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783080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103120"/>
            <a:ext cx="6492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103120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23160"/>
            <a:ext cx="210312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87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AI/ML, DevOps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25880" y="3017520"/>
            <a:ext cx="0" cy="228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246120"/>
            <a:ext cx="21031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1012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25880" y="3813048"/>
            <a:ext cx="0" cy="1645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3017520"/>
            <a:ext cx="0" cy="228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977640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0416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/ Associates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2103120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2423160"/>
            <a:ext cx="210312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487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2316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QA &amp; Strategy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3017520"/>
            <a:ext cx="0" cy="228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3246120"/>
            <a:ext cx="21031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31012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813048"/>
            <a:ext cx="0" cy="1645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017520"/>
            <a:ext cx="0" cy="228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3977640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40416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/ Associates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23560" y="2103120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423160"/>
            <a:ext cx="2103120" cy="59436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487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Admin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Talent, Ops &amp; Facilities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23560" y="3017520"/>
            <a:ext cx="0" cy="228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246120"/>
            <a:ext cx="21031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31012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23560" y="3813048"/>
            <a:ext cx="0" cy="1645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23560" y="3017520"/>
            <a:ext cx="0" cy="228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3977640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40416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/ Associates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72400" y="2103120"/>
            <a:ext cx="0" cy="320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0840" y="2423160"/>
            <a:ext cx="210312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2487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2084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 &amp; Growth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772400" y="3017520"/>
            <a:ext cx="0" cy="228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20840" y="3246120"/>
            <a:ext cx="21031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331012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72400" y="3813048"/>
            <a:ext cx="0" cy="1645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0" y="3017520"/>
            <a:ext cx="0" cy="228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3977640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40416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/ Associates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&amp; Buddy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never alone in your journey 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42062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44168"/>
            <a:ext cx="3840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The Buddy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928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hire is assigned a Buddy from their team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957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buddy helps navigate tools, culture &amp; unwritten rules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8986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check-ins with your buddy for the first 60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4015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program reviewed and extended if needed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137160" cy="137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9044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request a buddy change — no questions asked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80160"/>
            <a:ext cx="402336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344168"/>
            <a:ext cx="3657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Key Contacts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1901952"/>
            <a:ext cx="374904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9385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19385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leave, benefits &amp; policies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404872"/>
            <a:ext cx="374904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4414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441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access &amp; software issues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907792"/>
            <a:ext cx="374904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29443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tasks &amp; project guidance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410712"/>
            <a:ext cx="374904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4472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Facilities: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4472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logistics &amp; supplies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913632"/>
            <a:ext cx="374904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9502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Coordinator: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9502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certifications &amp; growth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Cycle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7772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6916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920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2128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Check-in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in? Goal alignment &amp; buddy feedback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6916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3898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42032" y="2148840"/>
            <a:ext cx="1920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33472" y="22128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Probation 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33472" y="257860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culture fit &amp; role confirmation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58384" y="16916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3898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2148840"/>
            <a:ext cx="1920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18304" y="22128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257860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progress, skill gaps &amp; learning plan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43216" y="16916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13898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11696" y="2148840"/>
            <a:ext cx="19202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03136" y="22128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Appraisal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03136" y="257860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360° review, rating &amp; increment decision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Rating Scale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1463040" cy="73152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879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65760" y="4526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84832" y="4160520"/>
            <a:ext cx="146304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41879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084832" y="4526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03904" y="4160520"/>
            <a:ext cx="146304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03904" y="41879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803904" y="4526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22976" y="4160520"/>
            <a:ext cx="1463040" cy="7315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22976" y="41879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22976" y="4526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42048" y="4160520"/>
            <a:ext cx="1463040" cy="7315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42048" y="41879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242048" y="4526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Work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Development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invest in your growth every single 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54864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356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Workshops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984248"/>
            <a:ext cx="24505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tech talks, coding sessions, and cross-team knowledge sharing every Friday.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25880"/>
            <a:ext cx="54864" cy="1600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356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984248"/>
            <a:ext cx="24505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pays for approved certifications — AWS, GCP, Azure, Temporal &amp; more.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325880"/>
            <a:ext cx="54864" cy="16002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356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1928" y="1984248"/>
            <a:ext cx="24505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Udemy, Coursera &amp; LinkedIn Learning paid by Technoidentity.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54680"/>
            <a:ext cx="54864" cy="160020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644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🧑‍🏫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0584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Program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813048"/>
            <a:ext cx="24505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mentor juniors via bi-weekly 1:1 sessions and code reviews.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1546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154680"/>
            <a:ext cx="54864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2644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93192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Sponsorship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55848" y="3813048"/>
            <a:ext cx="24505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can apply to attend or speak at industry conferences with company support.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1546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154680"/>
            <a:ext cx="54864" cy="1600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2644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5800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Sprints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81928" y="3813048"/>
            <a:ext cx="24505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hack weeks to experiment with new tech, outside of project work.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 &amp; Growth Opportunities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6576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367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Trainee Engineer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2093976"/>
            <a:ext cx="3328416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215798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Junior Engineer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2615184"/>
            <a:ext cx="2999232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" y="26791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Software Engineer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" y="3136392"/>
            <a:ext cx="2670048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96696" y="320040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Senior Engineer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4128" y="3657600"/>
            <a:ext cx="2340864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61288" y="37216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Tech Lead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4178808"/>
            <a:ext cx="20116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25880" y="424281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Engineering Manager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Design Track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00600" y="1572768"/>
            <a:ext cx="365760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6367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Associate Designer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65192" y="2093976"/>
            <a:ext cx="3328416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02352" y="215798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UI/UX Designer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9784" y="2615184"/>
            <a:ext cx="2999232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66944" y="26791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Senior Designer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94376" y="3136392"/>
            <a:ext cx="2670048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31536" y="320040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Product Manager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58968" y="3657600"/>
            <a:ext cx="2340864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96128" y="37216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Senior PM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27448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reviewed annually. Lateral moves across tracks encouraged with manager alignment.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Collaboration Culture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meetings drive effective outcomes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55448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73152" cy="1554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11:00 AM | 15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do? What are you doing? Any blockers?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155448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25880"/>
            <a:ext cx="73152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630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562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Every Monday | 1 hr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backlog, set sprint goals and assign tickets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4023360" cy="155448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54680"/>
            <a:ext cx="73152" cy="15544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850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Every Friday | 45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well? What to improve? Action items.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4023360" cy="155448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154680"/>
            <a:ext cx="73152" cy="155448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91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1-on-1 with Manager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6850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Bi-weekly | 30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career growth, blockers &amp; personal development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6402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No agenda = No meeting. Always send a calendar invite with clear objectives.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Data Security Policy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our data is everyone's responsibility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08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4356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12 characters. Changed every 90 days. No reuse. Use company password manager.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08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4356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Required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 mandatory for all company accounts including email and JIRA.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508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14356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1828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or company data stored on personal devices or unapproved cloud services.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743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26700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Usage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063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company VPN when accessing internal systems remotely or from public networks.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743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26700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Lock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063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your screen (Win+L or Cmd+Ctrl+Q) whenever stepping away from your workstation.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743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26700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3063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suspicious links. Report phishing emails to IT security immediately.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45736"/>
            <a:ext cx="8046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Any security incident must be reported to IT within 1 hour. Failure to report may result in disciplinary action.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Events &amp; Celebrations 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659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965960" cy="34747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Kickoff Party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Year-start celebration with awards &amp; goal-setting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659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43000"/>
            <a:ext cx="19659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887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Day Celebration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96596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events honoring our women colleagues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43000"/>
            <a:ext cx="1965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1887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Hackathon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innovation sprint with prizes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143000"/>
            <a:ext cx="19659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143000"/>
            <a:ext cx="1965960" cy="3474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1887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Day Lunch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96596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lunch &amp; patriotic activities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19659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26080"/>
            <a:ext cx="196596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9718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Dussehra / Navratri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7490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 celebration with cultural activities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2926080"/>
            <a:ext cx="19659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68880" y="2926080"/>
            <a:ext cx="196596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29718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60320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Offsite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0320" y="37490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team retreat &amp; team building exercises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19659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26080"/>
            <a:ext cx="1965960" cy="34747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9718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 Party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37490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gala with awards, gifts &amp; dinner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2926080"/>
            <a:ext cx="19659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58000" y="2926080"/>
            <a:ext cx="1965960" cy="347472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297180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3337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Celebrations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37490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birthdays celebrated at office with cake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questions — answered before you even ask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41148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When is salary credited?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Last working day of the month via NEFT to your registered bank account.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2588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325880"/>
            <a:ext cx="41148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17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I apply for leave?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Through the HR portal (hrportal.technoidentity.com). Apply 3 days in advance for planned leaves.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41148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51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notice period?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017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2 months during probation; 3 months post-confirmation for all employees.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5603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560320"/>
            <a:ext cx="41148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651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I work from home?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017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 — up to 2 days/week subject to manager approval and role requirements.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94760"/>
            <a:ext cx="41148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86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Who approves my expenses?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2519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Your manager approves; submit via Finance portal within 7 days with receipts.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947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794760"/>
            <a:ext cx="41148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886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I raise an IT issue?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2519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Email helpdesk@technoidentity.com or call IT on ext. 100. Response within 4 hrs.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B1520"/>
          </a:solidFill>
          <a:ln w="12700">
            <a:solidFill>
              <a:srgbClr val="0B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20040" cy="32004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274320"/>
            <a:ext cx="320040" cy="32004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274320"/>
            <a:ext cx="320040" cy="32004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274320"/>
            <a:ext cx="320040" cy="32004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274320"/>
            <a:ext cx="320040" cy="32004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274320"/>
            <a:ext cx="320040" cy="32004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274320"/>
            <a:ext cx="320040" cy="32004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274320"/>
            <a:ext cx="320040" cy="32004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7315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🎉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Family!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so glad you're here. This is just the beginning of something great.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3291840"/>
            <a:ext cx="2103120" cy="128016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3649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97280" y="3931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Together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0" y="3291840"/>
            <a:ext cx="2103120" cy="128016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3649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57600" y="3931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Always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2103120" cy="1280160"/>
          </a:xfrm>
          <a:prstGeom prst="rect">
            <a:avLst/>
          </a:prstGeom>
          <a:solidFill>
            <a:srgbClr val="162535"/>
          </a:solidFill>
          <a:ln w="12700">
            <a:solidFill>
              <a:srgbClr val="263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3649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🌟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17920" y="3931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 Bright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technoidentity.com  |  hr@technoidentity.com  |  Hyderabad, India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Technoidentity Onboarding Guide</dc:title>
  <dc:subject>PptxGenJS Presentation</dc:subject>
  <dc:creator>PptxGenJS</dc:creator>
  <cp:lastModifiedBy>PptxGenJS</cp:lastModifiedBy>
  <cp:revision>1</cp:revision>
  <dcterms:created xsi:type="dcterms:W3CDTF">2026-05-14T04:38:22Z</dcterms:created>
  <dcterms:modified xsi:type="dcterms:W3CDTF">2026-05-14T04:38:22Z</dcterms:modified>
</cp:coreProperties>
</file>